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-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F151D-3406-49EB-9BCC-91B029E2F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86113-42B4-44CD-81D3-DDC1AF6E9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779ED-3E84-4E3C-B67D-61FC041E8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21FBF-0EB8-4CBC-A76C-6DFE0FB1AE32}" type="datetimeFigureOut">
              <a:rPr lang="en-BZ" smtClean="0"/>
              <a:t>03-Sept-2025</a:t>
            </a:fld>
            <a:endParaRPr lang="en-B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23C0F-3846-4378-83BE-2D400E60A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B1440-F8C2-4391-B823-8A9A0759B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2891F-9E0D-45C0-9B4C-FE2A2CBA56BF}" type="slidenum">
              <a:rPr lang="en-BZ" smtClean="0"/>
              <a:t>‹#›</a:t>
            </a:fld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3787900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7F14F-EFCD-4B9C-BDAD-15E225F79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B6C50-4C1F-4CF0-86DD-215F4302A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CC81B-6623-4C29-BC7B-1330EC442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21FBF-0EB8-4CBC-A76C-6DFE0FB1AE32}" type="datetimeFigureOut">
              <a:rPr lang="en-BZ" smtClean="0"/>
              <a:t>03-Sept-2025</a:t>
            </a:fld>
            <a:endParaRPr lang="en-B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0FC07-3DFC-422C-80ED-F79D11C07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02C2D-4550-4288-A0F5-FCEDDAAC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2891F-9E0D-45C0-9B4C-FE2A2CBA56BF}" type="slidenum">
              <a:rPr lang="en-BZ" smtClean="0"/>
              <a:t>‹#›</a:t>
            </a:fld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2588942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0B8AE-54CE-4A94-9F75-65FEFC3FB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A7B8F-3EC7-4EAA-9972-99966BB93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B7899-AD03-4B29-985B-4B4B4716A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21FBF-0EB8-4CBC-A76C-6DFE0FB1AE32}" type="datetimeFigureOut">
              <a:rPr lang="en-BZ" smtClean="0"/>
              <a:t>03-Sept-2025</a:t>
            </a:fld>
            <a:endParaRPr lang="en-B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AE1CF-C691-4FFF-9B1D-CB19B8B56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BEF24-AC5C-447F-A2EE-3F90B2CAA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2891F-9E0D-45C0-9B4C-FE2A2CBA56BF}" type="slidenum">
              <a:rPr lang="en-BZ" smtClean="0"/>
              <a:t>‹#›</a:t>
            </a:fld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3167184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375B3-25FD-4611-BC16-7FB223AAE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1E187-5BCC-49D3-B54A-ADCB1A36AE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291B4-3CCF-4A7D-8098-A833EC634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E2E93-70A9-405C-A550-9F57DF85A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21FBF-0EB8-4CBC-A76C-6DFE0FB1AE32}" type="datetimeFigureOut">
              <a:rPr lang="en-BZ" smtClean="0"/>
              <a:t>03-Sept-2025</a:t>
            </a:fld>
            <a:endParaRPr lang="en-B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8E67C-1368-41FA-9110-92E04E682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CBA9D3-82C4-470E-B906-BB3755B72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2891F-9E0D-45C0-9B4C-FE2A2CBA56BF}" type="slidenum">
              <a:rPr lang="en-BZ" smtClean="0"/>
              <a:t>‹#›</a:t>
            </a:fld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3023735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DC03-F3D6-45DB-A6B4-6CDD70F22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FA3F7-C56D-4FA9-AFEA-8D1544C18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C4694B-35DD-4432-9FD0-C07A091C6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D8AC81-6869-4656-B123-3727189FF7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EA3201-7B7B-4843-8B3C-9E7149E896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1A0CB1-7F9F-4059-BD43-E623441D8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21FBF-0EB8-4CBC-A76C-6DFE0FB1AE32}" type="datetimeFigureOut">
              <a:rPr lang="en-BZ" smtClean="0"/>
              <a:t>03-Sept-2025</a:t>
            </a:fld>
            <a:endParaRPr lang="en-B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B1665D-A03B-4E50-B092-F1672A4C5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567442-E3F7-48F0-ACAC-0C2F60D2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2891F-9E0D-45C0-9B4C-FE2A2CBA56BF}" type="slidenum">
              <a:rPr lang="en-BZ" smtClean="0"/>
              <a:t>‹#›</a:t>
            </a:fld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282875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D27D-F037-4BB1-B560-0735D8D0E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81646F-8C5A-4DDE-A317-AE4C80F5C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21FBF-0EB8-4CBC-A76C-6DFE0FB1AE32}" type="datetimeFigureOut">
              <a:rPr lang="en-BZ" smtClean="0"/>
              <a:t>03-Sept-2025</a:t>
            </a:fld>
            <a:endParaRPr lang="en-B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F5C36C-E0FE-470D-976A-E893C5100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7E297E-E29A-4A4A-8B2C-50A3F1C5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2891F-9E0D-45C0-9B4C-FE2A2CBA56BF}" type="slidenum">
              <a:rPr lang="en-BZ" smtClean="0"/>
              <a:t>‹#›</a:t>
            </a:fld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906078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F00BAA-F670-474E-8E27-A698065C2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21FBF-0EB8-4CBC-A76C-6DFE0FB1AE32}" type="datetimeFigureOut">
              <a:rPr lang="en-BZ" smtClean="0"/>
              <a:t>03-Sept-2025</a:t>
            </a:fld>
            <a:endParaRPr lang="en-B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55CD0-969D-4CCB-9EA0-F055F66CA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C63B8-47A6-4933-AE12-66871FD20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2891F-9E0D-45C0-9B4C-FE2A2CBA56BF}" type="slidenum">
              <a:rPr lang="en-BZ" smtClean="0"/>
              <a:t>‹#›</a:t>
            </a:fld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589074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5E524-44E6-41FF-95FA-6C687CD7D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8C8AB-AE28-4E21-B6A5-1A0E67CCE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30347-3373-457A-AB30-91C1FF620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9B79E-63A0-406D-9C21-CBBDC0FDD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21FBF-0EB8-4CBC-A76C-6DFE0FB1AE32}" type="datetimeFigureOut">
              <a:rPr lang="en-BZ" smtClean="0"/>
              <a:t>03-Sept-2025</a:t>
            </a:fld>
            <a:endParaRPr lang="en-B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5074EC-32CF-4E54-971A-FEDA85BE9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E8AAE-D03A-4684-82F3-71EFC2654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2891F-9E0D-45C0-9B4C-FE2A2CBA56BF}" type="slidenum">
              <a:rPr lang="en-BZ" smtClean="0"/>
              <a:t>‹#›</a:t>
            </a:fld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1734674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8D764-82D1-408E-8ADC-E79C5BB59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1918C0-7EDA-4BC0-8538-B304580CC3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EFBB9-2F61-4151-AF36-C472CE1D5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1ACEC-78D1-4B03-B4E6-C755E3689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21FBF-0EB8-4CBC-A76C-6DFE0FB1AE32}" type="datetimeFigureOut">
              <a:rPr lang="en-BZ" smtClean="0"/>
              <a:t>03-Sept-2025</a:t>
            </a:fld>
            <a:endParaRPr lang="en-B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4400F-C30F-4993-AB48-6AAA2650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A6271-7C26-4C17-BAC3-417558351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2891F-9E0D-45C0-9B4C-FE2A2CBA56BF}" type="slidenum">
              <a:rPr lang="en-BZ" smtClean="0"/>
              <a:t>‹#›</a:t>
            </a:fld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1278805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6FC67-068E-40DF-95D1-127CC5880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8F5F1A-C440-478C-A1B4-FFEFFC5BE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5A658-625D-4C15-B6E8-C81A98BF6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21FBF-0EB8-4CBC-A76C-6DFE0FB1AE32}" type="datetimeFigureOut">
              <a:rPr lang="en-BZ" smtClean="0"/>
              <a:t>03-Sept-2025</a:t>
            </a:fld>
            <a:endParaRPr lang="en-B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40766-DA32-4722-AB03-692CA9EC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FE603-9B77-4798-8E88-87DEE84FB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2891F-9E0D-45C0-9B4C-FE2A2CBA56BF}" type="slidenum">
              <a:rPr lang="en-BZ" smtClean="0"/>
              <a:t>‹#›</a:t>
            </a:fld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266884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187681-D704-4493-9D0B-F79D9C070A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92DF0D-4184-4BC7-8CD8-85FBD6746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E6937-588B-4CB2-9C9F-5D2F4A668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21FBF-0EB8-4CBC-A76C-6DFE0FB1AE32}" type="datetimeFigureOut">
              <a:rPr lang="en-BZ" smtClean="0"/>
              <a:t>03-Sept-2025</a:t>
            </a:fld>
            <a:endParaRPr lang="en-B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8611B-E556-4977-BC0D-D98D6106E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ED328-D96D-4BA0-A150-8401F180B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2891F-9E0D-45C0-9B4C-FE2A2CBA56BF}" type="slidenum">
              <a:rPr lang="en-BZ" smtClean="0"/>
              <a:t>‹#›</a:t>
            </a:fld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148761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7133A3-FD63-47DC-8B50-FD014244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E2E27-05E9-4963-81C9-058A31944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D0AFC-051F-4D3F-8477-95E93E8C3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21FBF-0EB8-4CBC-A76C-6DFE0FB1AE32}" type="datetimeFigureOut">
              <a:rPr lang="en-BZ" smtClean="0"/>
              <a:t>03-Sept-2025</a:t>
            </a:fld>
            <a:endParaRPr lang="en-B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5E5CF-15E1-45A2-BD0D-A5E253793B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AD0B8-6EA1-4D9A-B244-5CADCD6EE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2891F-9E0D-45C0-9B4C-FE2A2CBA56BF}" type="slidenum">
              <a:rPr lang="en-BZ" smtClean="0"/>
              <a:t>‹#›</a:t>
            </a:fld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2008795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lving Deeper: Unveiling the Essence of Computer Architecture">
            <a:extLst>
              <a:ext uri="{FF2B5EF4-FFF2-40B4-BE49-F238E27FC236}">
                <a16:creationId xmlns:a16="http://schemas.microsoft.com/office/drawing/2014/main" id="{E44A7B99-4025-45CC-AF08-4DE7CFB48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906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373F86-F60A-49B3-9892-07B205084866}"/>
              </a:ext>
            </a:extLst>
          </p:cNvPr>
          <p:cNvSpPr txBox="1"/>
          <p:nvPr/>
        </p:nvSpPr>
        <p:spPr>
          <a:xfrm>
            <a:off x="1000461" y="3937300"/>
            <a:ext cx="808606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Z" sz="6600" b="1" dirty="0">
                <a:solidFill>
                  <a:schemeClr val="bg1"/>
                </a:solidFill>
              </a:rPr>
              <a:t>2.1 Explained decently</a:t>
            </a:r>
          </a:p>
        </p:txBody>
      </p:sp>
    </p:spTree>
    <p:extLst>
      <p:ext uri="{BB962C8B-B14F-4D97-AF65-F5344CB8AC3E}">
        <p14:creationId xmlns:p14="http://schemas.microsoft.com/office/powerpoint/2010/main" val="3266851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mputer System Architecture Part 1 — Fundamentals of Quantitative Design  and Analysis | by Abde Manaaf Ghadiali | Medium">
            <a:extLst>
              <a:ext uri="{FF2B5EF4-FFF2-40B4-BE49-F238E27FC236}">
                <a16:creationId xmlns:a16="http://schemas.microsoft.com/office/drawing/2014/main" id="{D973CA8C-D05D-44DD-BCF8-BE668AFBF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D55BF59-DF6F-48DC-A314-4097BBDD9536}"/>
              </a:ext>
            </a:extLst>
          </p:cNvPr>
          <p:cNvSpPr/>
          <p:nvPr/>
        </p:nvSpPr>
        <p:spPr>
          <a:xfrm>
            <a:off x="245663" y="428531"/>
            <a:ext cx="92694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What is computer architecture?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2C51FB-92AE-43CE-AA15-0EA95FAD676F}"/>
              </a:ext>
            </a:extLst>
          </p:cNvPr>
          <p:cNvSpPr/>
          <p:nvPr/>
        </p:nvSpPr>
        <p:spPr>
          <a:xfrm>
            <a:off x="95056" y="1351861"/>
            <a:ext cx="11749113" cy="563231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1" i="1" dirty="0">
                <a:solidFill>
                  <a:schemeClr val="bg1"/>
                </a:solidFill>
              </a:rPr>
              <a:t>Blueprint of the computer.</a:t>
            </a:r>
          </a:p>
          <a:p>
            <a:r>
              <a:rPr lang="en-US" sz="4000" b="1" i="1" dirty="0">
                <a:solidFill>
                  <a:schemeClr val="bg1"/>
                </a:solidFill>
              </a:rPr>
              <a:t>Explains how CPU, memory, and devices work together.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4000" b="1" i="1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000" b="1" i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How the computer’s main parts are designed and work together</a:t>
            </a:r>
            <a:endParaRPr lang="en-US" sz="4000" b="1" i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4000" b="1" i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000" b="1" i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Basically the “blueprint” for the computer’s brain and body. </a:t>
            </a:r>
            <a:endParaRPr lang="en-US" sz="4000" b="1" i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78534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CS 6354">
            <a:extLst>
              <a:ext uri="{FF2B5EF4-FFF2-40B4-BE49-F238E27FC236}">
                <a16:creationId xmlns:a16="http://schemas.microsoft.com/office/drawing/2014/main" id="{19153DFF-A817-427D-B787-0BC82EB3A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C9EA490-4361-40A9-A887-DC6852281011}"/>
              </a:ext>
            </a:extLst>
          </p:cNvPr>
          <p:cNvSpPr/>
          <p:nvPr/>
        </p:nvSpPr>
        <p:spPr>
          <a:xfrm>
            <a:off x="-78323" y="213119"/>
            <a:ext cx="96491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u="sng" dirty="0">
                <a:solidFill>
                  <a:schemeClr val="bg1"/>
                </a:solidFill>
              </a:rPr>
              <a:t>CPU – The Brain of the Computer</a:t>
            </a:r>
            <a:endParaRPr lang="en-US" sz="5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821CBC-CC2B-42B5-A660-F2E1313B6DE7}"/>
              </a:ext>
            </a:extLst>
          </p:cNvPr>
          <p:cNvSpPr/>
          <p:nvPr/>
        </p:nvSpPr>
        <p:spPr>
          <a:xfrm>
            <a:off x="127866" y="1136449"/>
            <a:ext cx="8725677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ALU → math &amp; logic</a:t>
            </a:r>
          </a:p>
          <a:p>
            <a:r>
              <a:rPr lang="en-US" sz="6000" dirty="0">
                <a:solidFill>
                  <a:schemeClr val="bg1"/>
                </a:solidFill>
              </a:rPr>
              <a:t>Control Unit → directs flow</a:t>
            </a:r>
          </a:p>
          <a:p>
            <a:r>
              <a:rPr lang="en-US" sz="6000" dirty="0">
                <a:solidFill>
                  <a:schemeClr val="bg1"/>
                </a:solidFill>
              </a:rPr>
              <a:t>Registers → tiny, fast memory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6564B8-5133-4509-BA3B-19DA6C98D5FE}"/>
              </a:ext>
            </a:extLst>
          </p:cNvPr>
          <p:cNvSpPr/>
          <p:nvPr/>
        </p:nvSpPr>
        <p:spPr>
          <a:xfrm>
            <a:off x="6981713" y="3732904"/>
            <a:ext cx="5082421" cy="2911977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3178569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383+ Thousand Computer Architecture Royalty-Free Images, Stock Photos &amp;  Pictures | Shutterstock">
            <a:extLst>
              <a:ext uri="{FF2B5EF4-FFF2-40B4-BE49-F238E27FC236}">
                <a16:creationId xmlns:a16="http://schemas.microsoft.com/office/drawing/2014/main" id="{109F0D9D-5215-4CAE-B936-68034F8A6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77C8F43-9A50-45EC-8D51-101E3223564F}"/>
              </a:ext>
            </a:extLst>
          </p:cNvPr>
          <p:cNvSpPr/>
          <p:nvPr/>
        </p:nvSpPr>
        <p:spPr>
          <a:xfrm>
            <a:off x="330560" y="412999"/>
            <a:ext cx="71220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BZ" sz="5400" b="1" u="sng" dirty="0">
                <a:solidFill>
                  <a:schemeClr val="bg1"/>
                </a:solidFill>
              </a:rPr>
              <a:t>The Bus &amp; Motherboard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10A7AA-EF5C-48F4-9143-27BC4F183830}"/>
              </a:ext>
            </a:extLst>
          </p:cNvPr>
          <p:cNvSpPr/>
          <p:nvPr/>
        </p:nvSpPr>
        <p:spPr>
          <a:xfrm>
            <a:off x="330560" y="1644451"/>
            <a:ext cx="1029799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chemeClr val="bg1"/>
                </a:solidFill>
              </a:rPr>
              <a:t>Bus = data highway (data, address, control).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chemeClr val="bg1"/>
                </a:solidFill>
              </a:rPr>
              <a:t>Motherboard = city that holds CPU, memory, buses.</a:t>
            </a:r>
          </a:p>
        </p:txBody>
      </p:sp>
    </p:spTree>
    <p:extLst>
      <p:ext uri="{BB962C8B-B14F-4D97-AF65-F5344CB8AC3E}">
        <p14:creationId xmlns:p14="http://schemas.microsoft.com/office/powerpoint/2010/main" val="907788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 Primer on Security Threats for Computer Architects | SIGARCH">
            <a:extLst>
              <a:ext uri="{FF2B5EF4-FFF2-40B4-BE49-F238E27FC236}">
                <a16:creationId xmlns:a16="http://schemas.microsoft.com/office/drawing/2014/main" id="{3003AB3D-9F40-4802-AF53-62176C31A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3F44DF2-3098-4802-AD41-F0F7C7C2AF7F}"/>
              </a:ext>
            </a:extLst>
          </p:cNvPr>
          <p:cNvSpPr/>
          <p:nvPr/>
        </p:nvSpPr>
        <p:spPr>
          <a:xfrm>
            <a:off x="0" y="-38398"/>
            <a:ext cx="8082887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BZ" sz="6000" b="1" i="1" u="sng" dirty="0">
                <a:solidFill>
                  <a:schemeClr val="bg1"/>
                </a:solidFill>
              </a:rPr>
              <a:t>Stored-Program Concept</a:t>
            </a:r>
            <a:endParaRPr lang="en-US" sz="6000" b="1" i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527E40-D9F6-4DBF-B043-E4D2B01E022F}"/>
              </a:ext>
            </a:extLst>
          </p:cNvPr>
          <p:cNvSpPr/>
          <p:nvPr/>
        </p:nvSpPr>
        <p:spPr>
          <a:xfrm>
            <a:off x="25102" y="849534"/>
            <a:ext cx="10702660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chemeClr val="bg1"/>
                </a:solidFill>
              </a:rPr>
              <a:t>Von Neumann’s idea: programs + data stored together in memory.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800" b="1" dirty="0">
              <a:solidFill>
                <a:schemeClr val="bg1"/>
              </a:solidFill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chemeClr val="bg1"/>
                </a:solidFill>
              </a:rPr>
              <a:t>Flexibility → one machine, many programs.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7948F9-C7DB-4F52-AE1A-90D4CEFEB767}"/>
              </a:ext>
            </a:extLst>
          </p:cNvPr>
          <p:cNvSpPr/>
          <p:nvPr/>
        </p:nvSpPr>
        <p:spPr>
          <a:xfrm>
            <a:off x="6379285" y="3948056"/>
            <a:ext cx="5787613" cy="270017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3896262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Recap Images – Browse 7,559 Stock Photos, Vectors, and Video | Adobe Stock">
            <a:extLst>
              <a:ext uri="{FF2B5EF4-FFF2-40B4-BE49-F238E27FC236}">
                <a16:creationId xmlns:a16="http://schemas.microsoft.com/office/drawing/2014/main" id="{0522B005-B189-4F9A-AE1C-60972AF44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2819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1,500+ Smiley Face Thumbs Up Stock Illustrations, Royalty-Free Vector  Graphics &amp; Clip Art - iStock | Smiley face icon">
            <a:extLst>
              <a:ext uri="{FF2B5EF4-FFF2-40B4-BE49-F238E27FC236}">
                <a16:creationId xmlns:a16="http://schemas.microsoft.com/office/drawing/2014/main" id="{A6D3ABAE-3935-4045-9BF4-58051FCDE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412265"/>
            <a:ext cx="5829300" cy="558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Double Thumbs Up Emoji">
            <a:extLst>
              <a:ext uri="{FF2B5EF4-FFF2-40B4-BE49-F238E27FC236}">
                <a16:creationId xmlns:a16="http://schemas.microsoft.com/office/drawing/2014/main" id="{A16584F4-6DD2-4F87-91DF-97827AF82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5807" y="2582732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D50BE94-83DA-4C04-A1CD-CCE57B1640D6}"/>
              </a:ext>
            </a:extLst>
          </p:cNvPr>
          <p:cNvSpPr/>
          <p:nvPr/>
        </p:nvSpPr>
        <p:spPr>
          <a:xfrm>
            <a:off x="5263663" y="686714"/>
            <a:ext cx="5645008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800" b="0" u="sng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66046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</TotalTime>
  <Words>119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hadassah ayiyi</dc:creator>
  <cp:lastModifiedBy>hadassah ayiyi</cp:lastModifiedBy>
  <cp:revision>13</cp:revision>
  <dcterms:created xsi:type="dcterms:W3CDTF">2025-09-04T06:01:20Z</dcterms:created>
  <dcterms:modified xsi:type="dcterms:W3CDTF">2025-09-04T17:28:31Z</dcterms:modified>
</cp:coreProperties>
</file>